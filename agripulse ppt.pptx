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8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inaik017-create/Agrisaarthi.g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9900642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Omkar J. Naik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naikomkar106@gmail.com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8431494932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 like Agriculture / Education / Healthcare / … 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Write your project title here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EC531-F363-30B6-B453-2464FEFA8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299" y="3662846"/>
            <a:ext cx="785566" cy="93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Challenge</a:t>
            </a:r>
          </a:p>
          <a:p>
            <a:r>
              <a:rPr lang="en-US" sz="2000" dirty="0"/>
              <a:t>Farmers often face </a:t>
            </a:r>
            <a:r>
              <a:rPr lang="en-US" sz="2000" b="1" dirty="0"/>
              <a:t>unpredictable weather, pest attacks, poor crop planning, and limited access to timely expert advice</a:t>
            </a:r>
            <a:r>
              <a:rPr lang="en-US" sz="2000" dirty="0"/>
              <a:t>. Existing agricultural guidance is often fragmented and not personalized to individual farm conditions.</a:t>
            </a:r>
          </a:p>
          <a:p>
            <a:r>
              <a:rPr lang="en-US" sz="2000" b="1" dirty="0"/>
              <a:t>The Objective</a:t>
            </a:r>
          </a:p>
          <a:p>
            <a:r>
              <a:rPr lang="en-US" sz="2000" dirty="0"/>
              <a:t>Build an </a:t>
            </a:r>
            <a:r>
              <a:rPr lang="en-US" sz="2000" b="1" dirty="0"/>
              <a:t>AI-powered Smart Farming Agent</a:t>
            </a:r>
            <a:r>
              <a:rPr lang="en-US" sz="2000" dirty="0"/>
              <a:t> that provides personalized and timely agricultural guidance.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Crop Advisory</a:t>
            </a:r>
            <a:r>
              <a:rPr lang="en-US" sz="2000" dirty="0"/>
              <a:t> – Recommend crop, fertilizer, and harvesting practices.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Weather &amp; Irrigation</a:t>
            </a:r>
            <a:r>
              <a:rPr lang="en-US" sz="2000" dirty="0"/>
              <a:t> – Provide weather-based irrigation advice.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Pest &amp; Disease Detection</a:t>
            </a:r>
            <a:r>
              <a:rPr lang="en-US" sz="2000" dirty="0"/>
              <a:t> – Identify possible crop diseases from images.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Agricultural RAG</a:t>
            </a:r>
            <a:r>
              <a:rPr lang="en-US" sz="2000" dirty="0"/>
              <a:t> – Retrieve reliable crop and farming knowledge.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Multi-Agent System</a:t>
            </a:r>
            <a:r>
              <a:rPr lang="en-US" sz="2000" dirty="0"/>
              <a:t> –</a:t>
            </a:r>
            <a:br>
              <a:rPr lang="en-US" sz="2000" dirty="0"/>
            </a:br>
            <a:r>
              <a:rPr lang="en-US" sz="2000" dirty="0"/>
              <a:t>• Crop Advisory Agent</a:t>
            </a:r>
            <a:br>
              <a:rPr lang="en-US" sz="2000" dirty="0"/>
            </a:br>
            <a:r>
              <a:rPr lang="en-US" sz="2000" dirty="0"/>
              <a:t>• Weather &amp; Irrigation Agent</a:t>
            </a:r>
            <a:br>
              <a:rPr lang="en-US" sz="2000" dirty="0"/>
            </a:br>
            <a:r>
              <a:rPr lang="en-US" sz="2000" dirty="0"/>
              <a:t>• Pest &amp; Disease Agent</a:t>
            </a:r>
            <a:br>
              <a:rPr lang="en-US" sz="2000" dirty="0"/>
            </a:br>
            <a:r>
              <a:rPr lang="en-US" sz="2000" dirty="0"/>
              <a:t>• Agricultural RAG Agent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Farm Dashboard</a:t>
            </a:r>
            <a:r>
              <a:rPr lang="en-US" sz="2000" dirty="0"/>
              <a:t> – Display crop, weather, soil, risks, and AI recommendations.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sz="1800" dirty="0"/>
              <a:t>Proposed Solution: </a:t>
            </a:r>
            <a:r>
              <a:rPr lang="en-IN" sz="1800" dirty="0" err="1"/>
              <a:t>AgriSaarthi</a:t>
            </a:r>
            <a:r>
              <a:rPr lang="en-IN" sz="1800" dirty="0"/>
              <a:t> AI</a:t>
            </a:r>
          </a:p>
          <a:p>
            <a:r>
              <a:rPr lang="en-US" sz="1800" dirty="0" err="1"/>
              <a:t>AgriSaarthi</a:t>
            </a:r>
            <a:r>
              <a:rPr lang="en-US" sz="1800" dirty="0"/>
              <a:t> AI is a </a:t>
            </a:r>
            <a:r>
              <a:rPr lang="en-US" sz="1800" b="1" dirty="0"/>
              <a:t>multi-agent smart farming platform</a:t>
            </a:r>
            <a:r>
              <a:rPr lang="en-US" sz="1800" dirty="0"/>
              <a:t> that combines farm data, weather information, crop images, and agricultural knowledge to provide personalized farming advice.</a:t>
            </a:r>
          </a:p>
          <a:p>
            <a:r>
              <a:rPr lang="en-US" sz="1800" dirty="0"/>
              <a:t>• </a:t>
            </a:r>
            <a:r>
              <a:rPr lang="en-US" sz="1800" b="1" dirty="0"/>
              <a:t>AI Farm Advisor</a:t>
            </a:r>
            <a:r>
              <a:rPr lang="en-US" sz="1800" dirty="0"/>
              <a:t> – Provides personalized recommendations based on crop, soil, location, and farm conditions.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Multi-Agent Collaboration</a:t>
            </a:r>
            <a:r>
              <a:rPr lang="en-US" sz="1800" dirty="0"/>
              <a:t> – Specialized agents analyze crop, weather, irrigation, and pest/disease conditions.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RAG Knowledge System</a:t>
            </a:r>
            <a:r>
              <a:rPr lang="en-US" sz="1800" dirty="0"/>
              <a:t> – Retrieves reliable agricultural information to support AI recommendations.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Crop Health Analysis</a:t>
            </a:r>
            <a:r>
              <a:rPr lang="en-US" sz="1800" dirty="0"/>
              <a:t> – Allows farmers to upload crop images for possible pest and disease identification.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Smart Irrigation</a:t>
            </a:r>
            <a:r>
              <a:rPr lang="en-US" sz="1800" dirty="0"/>
              <a:t> – Uses weather and soil information to suggest when to irrigate or delay irrigation.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Farm Dashboard</a:t>
            </a:r>
            <a:r>
              <a:rPr lang="en-US" sz="1800" dirty="0"/>
              <a:t> – Displays crop status, weather, risks, alerts, and recommended actions in one place.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• </a:t>
            </a:r>
            <a:r>
              <a:rPr lang="en-IN" sz="2400" b="1" dirty="0"/>
              <a:t>IBM Bob</a:t>
            </a:r>
            <a:r>
              <a:rPr lang="en-IN" sz="2400" dirty="0"/>
              <a:t> – AI-assisted development and project building.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 err="1"/>
              <a:t>Ollama</a:t>
            </a:r>
            <a:r>
              <a:rPr lang="en-IN" sz="2400" b="1" dirty="0"/>
              <a:t> + Llama 3.2</a:t>
            </a:r>
            <a:r>
              <a:rPr lang="en-IN" sz="2400" dirty="0"/>
              <a:t> – Local, open-source AI model for development.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IBM watsonx.ai + Granite</a:t>
            </a:r>
            <a:r>
              <a:rPr lang="en-IN" sz="2400" dirty="0"/>
              <a:t> – Production-ready AI model integration.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RAG + </a:t>
            </a:r>
            <a:r>
              <a:rPr lang="en-IN" sz="2400" b="1" dirty="0" err="1"/>
              <a:t>pgvector</a:t>
            </a:r>
            <a:r>
              <a:rPr lang="en-IN" sz="2400" dirty="0"/>
              <a:t> – Retrieves relevant agricultural knowledge for grounded answers.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React + </a:t>
            </a:r>
            <a:r>
              <a:rPr lang="en-IN" sz="2400" b="1" dirty="0" err="1"/>
              <a:t>Vite</a:t>
            </a:r>
            <a:r>
              <a:rPr lang="en-IN" sz="2400" dirty="0"/>
              <a:t> – Frontend web application.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 err="1"/>
              <a:t>FastAPI</a:t>
            </a:r>
            <a:r>
              <a:rPr lang="en-IN" sz="2400" b="1" dirty="0"/>
              <a:t> + Python</a:t>
            </a:r>
            <a:r>
              <a:rPr lang="en-IN" sz="2400" dirty="0"/>
              <a:t> – Backend and API development.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PostgreSQL</a:t>
            </a:r>
            <a:r>
              <a:rPr lang="en-IN" sz="2400" dirty="0"/>
              <a:t> – Stores farmer, farm, crop, and AI data.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Docker Compose</a:t>
            </a:r>
            <a:r>
              <a:rPr lang="en-IN" sz="2400" dirty="0"/>
              <a:t> – Runs and manages the application services.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4159160" y="1149572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3CA1DA-263F-19FE-0B6B-4D0DAFCB5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64" y="1809135"/>
            <a:ext cx="9110835" cy="489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working Screenshots: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41AD0-8838-147F-1BBF-196B2794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39" y="1022555"/>
            <a:ext cx="10235380" cy="53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91FB4-719E-6794-D069-04F0ED49D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43" y="892858"/>
            <a:ext cx="8947713" cy="596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Autonomous Decision-Making</a:t>
            </a:r>
            <a:r>
              <a:rPr lang="en-US" sz="2000" dirty="0"/>
              <a:t> – Analyzes farmer queries and determines the appropriate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Multi-Agent Collaboration</a:t>
            </a:r>
            <a:r>
              <a:rPr lang="en-US" sz="2000" dirty="0"/>
              <a:t> – Coordinates specialized agents for crop, weather, pest, and agricultural knowledge.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Context-Aware Recommendations</a:t>
            </a:r>
            <a:r>
              <a:rPr lang="en-US" sz="2000" dirty="0"/>
              <a:t> – Combines farm conditions and retrieved knowledge to generate personalized advice.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Task Orchestration</a:t>
            </a:r>
            <a:r>
              <a:rPr lang="en-US" sz="2000" dirty="0"/>
              <a:t> – Routes each request to the relevant agent and combines their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Continuous Assistance</a:t>
            </a:r>
            <a:r>
              <a:rPr lang="en-US" sz="2000" dirty="0"/>
              <a:t> – Provides actionable farming recommendations through an interactive AI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Intelligent Problem Solving</a:t>
            </a:r>
            <a:r>
              <a:rPr lang="en-US" sz="2000" dirty="0"/>
              <a:t> – Moves beyond simple question-answering by coordinating multiple AI capabilities. </a:t>
            </a:r>
            <a:r>
              <a:rPr lang="en-US" sz="2000" dirty="0" err="1"/>
              <a:t>AgriSaarthi_Presentation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C89EF-D676-3A59-D537-87842B579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62" y="815316"/>
            <a:ext cx="10973276" cy="58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4DD11-C32F-E8A8-CB5E-62D67931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83" y="706847"/>
            <a:ext cx="11335473" cy="607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F985D-09C2-9EC4-FF12-21D4492BA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729558"/>
            <a:ext cx="10856976" cy="583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Multi-Agent Farming System</a:t>
            </a:r>
            <a:r>
              <a:rPr lang="en-US" sz="2000" dirty="0"/>
              <a:t> – Multiple specialized AI agents collaborate to provide comprehensive farming advice.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Personalized Recommendations</a:t>
            </a:r>
            <a:r>
              <a:rPr lang="en-US" sz="2000" dirty="0"/>
              <a:t> – Advice is generated based on the farmer’s crop, soil, weather, and farm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RAG-Based Agricultural Knowledge</a:t>
            </a:r>
            <a:r>
              <a:rPr lang="en-US" sz="2000" dirty="0"/>
              <a:t> – Uses a knowledge base to provide context-aware and grounded farming guidance.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Integrated Crop Health Analysis</a:t>
            </a:r>
            <a:r>
              <a:rPr lang="en-US" sz="2000" dirty="0"/>
              <a:t> – Combines crop advisory with pest and disease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Smart Irrigation Guidance</a:t>
            </a:r>
            <a:r>
              <a:rPr lang="en-US" sz="2000" dirty="0"/>
              <a:t> – Provides irrigation recommendations using weather and soil-moisture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Unified Farm Dashboard</a:t>
            </a:r>
            <a:r>
              <a:rPr lang="en-US" sz="2000" dirty="0"/>
              <a:t> – Brings crop, weather, soil, risk, and AI recommendations into one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Scalable AI Architecture</a:t>
            </a:r>
            <a:r>
              <a:rPr lang="en-US" sz="2000" dirty="0"/>
              <a:t> – Designed for integration with IBM Granite and watsonx.ai for future deployment. </a:t>
            </a:r>
            <a:r>
              <a:rPr lang="en-US" sz="2000" dirty="0" err="1"/>
              <a:t>AgriSaarthi_Presentation</a:t>
            </a: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7BB6B-B3A2-082A-1169-1FE7547056BB}"/>
              </a:ext>
            </a:extLst>
          </p:cNvPr>
          <p:cNvSpPr txBox="1"/>
          <p:nvPr/>
        </p:nvSpPr>
        <p:spPr>
          <a:xfrm>
            <a:off x="1218724" y="1427288"/>
            <a:ext cx="7925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48A0C7"/>
                </a:solidFill>
                <a:effectLst/>
                <a:latin typeface="Segoe WPC"/>
                <a:hlinkClick r:id="rId3"/>
              </a:rPr>
              <a:t>https://github.com/ominaik017-create/Agrisaarthi.git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Real-Time Weather Integration</a:t>
            </a:r>
            <a:r>
              <a:rPr lang="en-IN" sz="2000" dirty="0"/>
              <a:t> – Connect live weather APIs for accurate farming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IoT-Based Monitoring</a:t>
            </a:r>
            <a:r>
              <a:rPr lang="en-IN" sz="2000" dirty="0"/>
              <a:t> – Integrate soil moisture, temperature, and humidity sensors.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Advanced Disease Detection</a:t>
            </a:r>
            <a:r>
              <a:rPr lang="en-IN" sz="2000" dirty="0"/>
              <a:t> – Improve crop disease detection using image-based AI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Voice-Based Farming Assistant</a:t>
            </a:r>
            <a:r>
              <a:rPr lang="en-IN" sz="2000" dirty="0"/>
              <a:t> – Provide advice through regional-language voice interaction.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Market Price Insights</a:t>
            </a:r>
            <a:r>
              <a:rPr lang="en-IN" sz="2000" dirty="0"/>
              <a:t> – Add crop price and market trend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Mobile Application</a:t>
            </a:r>
            <a:r>
              <a:rPr lang="en-IN" sz="2000" dirty="0"/>
              <a:t> – Extend </a:t>
            </a:r>
            <a:r>
              <a:rPr lang="en-IN" sz="2000" dirty="0" err="1"/>
              <a:t>AgriSaarthi</a:t>
            </a:r>
            <a:r>
              <a:rPr lang="en-IN" sz="2000" dirty="0"/>
              <a:t> AI to Android/mobile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IBM Granite Deployment</a:t>
            </a:r>
            <a:r>
              <a:rPr lang="en-IN" sz="2000" dirty="0"/>
              <a:t> – Deploy the system using IBM watsonx.ai and IBM Granite for scalable AI services.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3E5AC-8F75-3EEC-30A4-EC2401DA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046" y="1213281"/>
            <a:ext cx="8161727" cy="524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B220F2-AD2A-4B7E-840E-6A483E38C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50" y="1477578"/>
            <a:ext cx="7552074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Widescreen</PresentationFormat>
  <Paragraphs>102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Segoe WPC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omkar naik</cp:lastModifiedBy>
  <cp:revision>3</cp:revision>
  <dcterms:created xsi:type="dcterms:W3CDTF">2025-07-08T05:06:56Z</dcterms:created>
  <dcterms:modified xsi:type="dcterms:W3CDTF">2026-09-23T11:33:58Z</dcterms:modified>
</cp:coreProperties>
</file>